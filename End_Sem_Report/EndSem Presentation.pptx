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8" r:id="rId3"/>
    <p:sldId id="267" r:id="rId4"/>
    <p:sldId id="260" r:id="rId5"/>
    <p:sldId id="262" r:id="rId6"/>
    <p:sldId id="269" r:id="rId7"/>
    <p:sldId id="263" r:id="rId8"/>
    <p:sldId id="268" r:id="rId9"/>
    <p:sldId id="265" r:id="rId10"/>
    <p:sldId id="264" r:id="rId11"/>
    <p:sldId id="266" r:id="rId12"/>
  </p:sldIdLst>
  <p:sldSz cx="12192000" cy="6858000"/>
  <p:notesSz cx="6858000" cy="9144000"/>
  <p:embeddedFontLst>
    <p:embeddedFont>
      <p:font typeface="Helvetica Neue" panose="020B0604020202020204" charset="0"/>
      <p:regular r:id="rId14"/>
      <p:bold r:id="rId15"/>
      <p:italic r:id="rId16"/>
      <p:boldItalic r:id="rId17"/>
    </p:embeddedFont>
    <p:embeddedFont>
      <p:font typeface="Helvetica Neue Light" panose="020B0604020202020204" charset="0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2" roundtripDataSignature="AMtx7mhM8WM3w7vQjIZyxGTU0eOy9dKnz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customschemas.google.com/relationships/presentationmetadata" Target="metadata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ashvi Jakharia" userId="7540747b69d80cda" providerId="LiveId" clId="{C7D4720B-45CD-40AB-B424-CD53D98FBCC7}"/>
    <pc:docChg chg="undo custSel addSld modSld">
      <pc:chgData name="Yashvi Jakharia" userId="7540747b69d80cda" providerId="LiveId" clId="{C7D4720B-45CD-40AB-B424-CD53D98FBCC7}" dt="2025-11-16T18:03:54.387" v="288" actId="20577"/>
      <pc:docMkLst>
        <pc:docMk/>
      </pc:docMkLst>
      <pc:sldChg chg="modSp mod">
        <pc:chgData name="Yashvi Jakharia" userId="7540747b69d80cda" providerId="LiveId" clId="{C7D4720B-45CD-40AB-B424-CD53D98FBCC7}" dt="2025-11-16T18:03:54.387" v="288" actId="20577"/>
        <pc:sldMkLst>
          <pc:docMk/>
          <pc:sldMk cId="0" sldId="258"/>
        </pc:sldMkLst>
        <pc:graphicFrameChg chg="modGraphic">
          <ac:chgData name="Yashvi Jakharia" userId="7540747b69d80cda" providerId="LiveId" clId="{C7D4720B-45CD-40AB-B424-CD53D98FBCC7}" dt="2025-11-16T18:03:54.387" v="288" actId="20577"/>
          <ac:graphicFrameMkLst>
            <pc:docMk/>
            <pc:sldMk cId="0" sldId="258"/>
            <ac:graphicFrameMk id="12" creationId="{99611770-9A6B-F561-C4E8-131505337BB1}"/>
          </ac:graphicFrameMkLst>
        </pc:graphicFrameChg>
      </pc:sldChg>
      <pc:sldChg chg="addSp delSp modSp add mod">
        <pc:chgData name="Yashvi Jakharia" userId="7540747b69d80cda" providerId="LiveId" clId="{C7D4720B-45CD-40AB-B424-CD53D98FBCC7}" dt="2025-11-16T17:40:55.783" v="53" actId="20577"/>
        <pc:sldMkLst>
          <pc:docMk/>
          <pc:sldMk cId="2793179028" sldId="268"/>
        </pc:sldMkLst>
        <pc:spChg chg="mod">
          <ac:chgData name="Yashvi Jakharia" userId="7540747b69d80cda" providerId="LiveId" clId="{C7D4720B-45CD-40AB-B424-CD53D98FBCC7}" dt="2025-11-16T17:40:55.783" v="53" actId="20577"/>
          <ac:spMkLst>
            <pc:docMk/>
            <pc:sldMk cId="2793179028" sldId="268"/>
            <ac:spMk id="147" creationId="{47C3976D-EF9D-0545-9304-43E5CA68706D}"/>
          </ac:spMkLst>
        </pc:spChg>
        <pc:picChg chg="add mod">
          <ac:chgData name="Yashvi Jakharia" userId="7540747b69d80cda" providerId="LiveId" clId="{C7D4720B-45CD-40AB-B424-CD53D98FBCC7}" dt="2025-11-16T17:40:08.705" v="18" actId="14100"/>
          <ac:picMkLst>
            <pc:docMk/>
            <pc:sldMk cId="2793179028" sldId="268"/>
            <ac:picMk id="3" creationId="{6FAB9804-095E-994C-D043-040F6E22C5D1}"/>
          </ac:picMkLst>
        </pc:picChg>
        <pc:picChg chg="del">
          <ac:chgData name="Yashvi Jakharia" userId="7540747b69d80cda" providerId="LiveId" clId="{C7D4720B-45CD-40AB-B424-CD53D98FBCC7}" dt="2025-11-16T17:38:14.148" v="5" actId="478"/>
          <ac:picMkLst>
            <pc:docMk/>
            <pc:sldMk cId="2793179028" sldId="268"/>
            <ac:picMk id="5" creationId="{D3361190-DC98-329E-3C83-B0CE7ED88B48}"/>
          </ac:picMkLst>
        </pc:picChg>
        <pc:picChg chg="del">
          <ac:chgData name="Yashvi Jakharia" userId="7540747b69d80cda" providerId="LiveId" clId="{C7D4720B-45CD-40AB-B424-CD53D98FBCC7}" dt="2025-11-16T17:38:14.916" v="6" actId="478"/>
          <ac:picMkLst>
            <pc:docMk/>
            <pc:sldMk cId="2793179028" sldId="268"/>
            <ac:picMk id="7" creationId="{47A7D27A-5D23-39B1-69F0-574F3BA4CD30}"/>
          </ac:picMkLst>
        </pc:picChg>
        <pc:picChg chg="del">
          <ac:chgData name="Yashvi Jakharia" userId="7540747b69d80cda" providerId="LiveId" clId="{C7D4720B-45CD-40AB-B424-CD53D98FBCC7}" dt="2025-11-16T17:38:17.242" v="8" actId="478"/>
          <ac:picMkLst>
            <pc:docMk/>
            <pc:sldMk cId="2793179028" sldId="268"/>
            <ac:picMk id="9" creationId="{293E71B9-D29E-E348-0B52-887F15B97A7B}"/>
          </ac:picMkLst>
        </pc:picChg>
        <pc:picChg chg="del">
          <ac:chgData name="Yashvi Jakharia" userId="7540747b69d80cda" providerId="LiveId" clId="{C7D4720B-45CD-40AB-B424-CD53D98FBCC7}" dt="2025-11-16T17:38:15.698" v="7" actId="478"/>
          <ac:picMkLst>
            <pc:docMk/>
            <pc:sldMk cId="2793179028" sldId="268"/>
            <ac:picMk id="11" creationId="{B7F94860-DA2C-D671-2C13-D2EB126184B5}"/>
          </ac:picMkLst>
        </pc:picChg>
      </pc:sldChg>
      <pc:sldChg chg="delSp modSp add mod">
        <pc:chgData name="Yashvi Jakharia" userId="7540747b69d80cda" providerId="LiveId" clId="{C7D4720B-45CD-40AB-B424-CD53D98FBCC7}" dt="2025-11-16T17:51:45.036" v="284" actId="1076"/>
        <pc:sldMkLst>
          <pc:docMk/>
          <pc:sldMk cId="3558052389" sldId="269"/>
        </pc:sldMkLst>
        <pc:spChg chg="mod">
          <ac:chgData name="Yashvi Jakharia" userId="7540747b69d80cda" providerId="LiveId" clId="{C7D4720B-45CD-40AB-B424-CD53D98FBCC7}" dt="2025-11-16T17:51:45.036" v="284" actId="1076"/>
          <ac:spMkLst>
            <pc:docMk/>
            <pc:sldMk cId="3558052389" sldId="269"/>
            <ac:spMk id="137" creationId="{41A1EDDE-F9AA-52A1-D125-1A90CB3F9B50}"/>
          </ac:spMkLst>
        </pc:spChg>
        <pc:spChg chg="mod">
          <ac:chgData name="Yashvi Jakharia" userId="7540747b69d80cda" providerId="LiveId" clId="{C7D4720B-45CD-40AB-B424-CD53D98FBCC7}" dt="2025-11-16T17:51:41.159" v="283" actId="1076"/>
          <ac:spMkLst>
            <pc:docMk/>
            <pc:sldMk cId="3558052389" sldId="269"/>
            <ac:spMk id="138" creationId="{C8B58205-6CF4-2192-291B-7403270FE20B}"/>
          </ac:spMkLst>
        </pc:spChg>
        <pc:picChg chg="del">
          <ac:chgData name="Yashvi Jakharia" userId="7540747b69d80cda" providerId="LiveId" clId="{C7D4720B-45CD-40AB-B424-CD53D98FBCC7}" dt="2025-11-16T17:49:06.386" v="55" actId="478"/>
          <ac:picMkLst>
            <pc:docMk/>
            <pc:sldMk cId="3558052389" sldId="269"/>
            <ac:picMk id="3" creationId="{D8EC486A-9EC2-BBF5-D246-EA48AEF243C1}"/>
          </ac:picMkLst>
        </pc:picChg>
        <pc:picChg chg="del">
          <ac:chgData name="Yashvi Jakharia" userId="7540747b69d80cda" providerId="LiveId" clId="{C7D4720B-45CD-40AB-B424-CD53D98FBCC7}" dt="2025-11-16T17:49:07.923" v="56" actId="478"/>
          <ac:picMkLst>
            <pc:docMk/>
            <pc:sldMk cId="3558052389" sldId="269"/>
            <ac:picMk id="5" creationId="{EA99736C-95EF-BE46-FD2D-84982AD676A8}"/>
          </ac:picMkLst>
        </pc:picChg>
        <pc:picChg chg="del">
          <ac:chgData name="Yashvi Jakharia" userId="7540747b69d80cda" providerId="LiveId" clId="{C7D4720B-45CD-40AB-B424-CD53D98FBCC7}" dt="2025-11-16T17:49:08.548" v="57" actId="478"/>
          <ac:picMkLst>
            <pc:docMk/>
            <pc:sldMk cId="3558052389" sldId="269"/>
            <ac:picMk id="7" creationId="{4A01F1A5-A901-5728-8079-BAB4F6F924D1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0" name="Google Shape;10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>
          <a:extLst>
            <a:ext uri="{FF2B5EF4-FFF2-40B4-BE49-F238E27FC236}">
              <a16:creationId xmlns:a16="http://schemas.microsoft.com/office/drawing/2014/main" id="{01FE5228-BEB6-3E78-4244-538A12DD8F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84381585-AFA7-4F79-12AB-B81756F3B4E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0" name="Google Shape;100;p3:notes">
            <a:extLst>
              <a:ext uri="{FF2B5EF4-FFF2-40B4-BE49-F238E27FC236}">
                <a16:creationId xmlns:a16="http://schemas.microsoft.com/office/drawing/2014/main" id="{101158B5-21F9-C410-0B22-4FD5D7E1619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5137814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85f79fa01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85f79fa017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g385f79fa017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85f25f522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85f25f5220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g385f25f5220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>
          <a:extLst>
            <a:ext uri="{FF2B5EF4-FFF2-40B4-BE49-F238E27FC236}">
              <a16:creationId xmlns:a16="http://schemas.microsoft.com/office/drawing/2014/main" id="{A5100FEC-1D94-0318-4467-E4C0AFBC71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85f25f5220_0_0:notes">
            <a:extLst>
              <a:ext uri="{FF2B5EF4-FFF2-40B4-BE49-F238E27FC236}">
                <a16:creationId xmlns:a16="http://schemas.microsoft.com/office/drawing/2014/main" id="{7E99F9A5-25EC-F764-28AE-65679400236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85f25f5220_0_0:notes">
            <a:extLst>
              <a:ext uri="{FF2B5EF4-FFF2-40B4-BE49-F238E27FC236}">
                <a16:creationId xmlns:a16="http://schemas.microsoft.com/office/drawing/2014/main" id="{F5DA5356-A84B-797C-5CEA-D59DCCD320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g385f25f5220_0_0:notes">
            <a:extLst>
              <a:ext uri="{FF2B5EF4-FFF2-40B4-BE49-F238E27FC236}">
                <a16:creationId xmlns:a16="http://schemas.microsoft.com/office/drawing/2014/main" id="{212BE4F9-EF84-FA91-DBFF-3417FF98A0B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536970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85f79fa017_4_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5" name="Google Shape;145;g385f79fa017_4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>
          <a:extLst>
            <a:ext uri="{FF2B5EF4-FFF2-40B4-BE49-F238E27FC236}">
              <a16:creationId xmlns:a16="http://schemas.microsoft.com/office/drawing/2014/main" id="{35C6CD56-514C-E030-E94F-EB159A83D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85f79fa017_4_7:notes">
            <a:extLst>
              <a:ext uri="{FF2B5EF4-FFF2-40B4-BE49-F238E27FC236}">
                <a16:creationId xmlns:a16="http://schemas.microsoft.com/office/drawing/2014/main" id="{B993D798-4E7B-62C1-88DC-50C036FB7DF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5" name="Google Shape;145;g385f79fa017_4_7:notes">
            <a:extLst>
              <a:ext uri="{FF2B5EF4-FFF2-40B4-BE49-F238E27FC236}">
                <a16:creationId xmlns:a16="http://schemas.microsoft.com/office/drawing/2014/main" id="{E9F9E676-A854-2E10-6807-B69F7455009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0319299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>
          <a:extLst>
            <a:ext uri="{FF2B5EF4-FFF2-40B4-BE49-F238E27FC236}">
              <a16:creationId xmlns:a16="http://schemas.microsoft.com/office/drawing/2014/main" id="{ED575C27-31CA-8D7C-E04E-5F72C14ABB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85f79fa017_4_7:notes">
            <a:extLst>
              <a:ext uri="{FF2B5EF4-FFF2-40B4-BE49-F238E27FC236}">
                <a16:creationId xmlns:a16="http://schemas.microsoft.com/office/drawing/2014/main" id="{EAAA36CC-B373-BED4-2079-BE107765DF8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5" name="Google Shape;145;g385f79fa017_4_7:notes">
            <a:extLst>
              <a:ext uri="{FF2B5EF4-FFF2-40B4-BE49-F238E27FC236}">
                <a16:creationId xmlns:a16="http://schemas.microsoft.com/office/drawing/2014/main" id="{7CD4CF66-2476-9785-EBA4-081930B73E4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1214653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8b28d4cce1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8b28d4cce1_0_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g38b28d4cce1_0_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>
          <a:extLst>
            <a:ext uri="{FF2B5EF4-FFF2-40B4-BE49-F238E27FC236}">
              <a16:creationId xmlns:a16="http://schemas.microsoft.com/office/drawing/2014/main" id="{6EA3D560-F311-21B0-9F2B-1DCE62CD7B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8b28d4cce1_0_7:notes">
            <a:extLst>
              <a:ext uri="{FF2B5EF4-FFF2-40B4-BE49-F238E27FC236}">
                <a16:creationId xmlns:a16="http://schemas.microsoft.com/office/drawing/2014/main" id="{8D6C8CBA-6BF1-AC4F-49FF-3B28AF6F14D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8b28d4cce1_0_7:notes">
            <a:extLst>
              <a:ext uri="{FF2B5EF4-FFF2-40B4-BE49-F238E27FC236}">
                <a16:creationId xmlns:a16="http://schemas.microsoft.com/office/drawing/2014/main" id="{01C9903B-3635-1F94-5F39-CE376730BEF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g38b28d4cce1_0_7:notes">
            <a:extLst>
              <a:ext uri="{FF2B5EF4-FFF2-40B4-BE49-F238E27FC236}">
                <a16:creationId xmlns:a16="http://schemas.microsoft.com/office/drawing/2014/main" id="{42162BF3-9D8E-6072-1080-C7415B50AA4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39682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bg>
      <p:bgPr>
        <a:solidFill>
          <a:srgbClr val="801B19"/>
        </a:solid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title"/>
          </p:nvPr>
        </p:nvSpPr>
        <p:spPr>
          <a:xfrm>
            <a:off x="844150" y="3874808"/>
            <a:ext cx="10515600" cy="835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1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Helvetica Neue"/>
              <a:buNone/>
              <a:defRPr sz="3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20" name="Google Shape;20;p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042932" y="1479396"/>
            <a:ext cx="4106136" cy="13477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>
            <a:spLocks noGrp="1"/>
          </p:cNvSpPr>
          <p:nvPr>
            <p:ph type="title"/>
          </p:nvPr>
        </p:nvSpPr>
        <p:spPr>
          <a:xfrm>
            <a:off x="594303" y="2667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  <a:defRPr sz="40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7"/>
          <p:cNvSpPr txBox="1">
            <a:spLocks noGrp="1"/>
          </p:cNvSpPr>
          <p:nvPr>
            <p:ph type="body" idx="1"/>
          </p:nvPr>
        </p:nvSpPr>
        <p:spPr>
          <a:xfrm>
            <a:off x="582427" y="1768950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Char char="•"/>
              <a:defRPr sz="2400"/>
            </a:lvl1pPr>
            <a:lvl2pPr marL="914400" lvl="1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Char char="•"/>
              <a:defRPr sz="2000"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Char char="•"/>
              <a:defRPr sz="1800"/>
            </a:lvl3pPr>
            <a:lvl4pPr marL="1828800" lvl="3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Char char="•"/>
              <a:defRPr sz="1600"/>
            </a:lvl4pPr>
            <a:lvl5pPr marL="228600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lang="en-US" b="0"/>
              <a:t>  </a:t>
            </a:r>
            <a:fld id="{00000000-1234-1234-1234-123412341234}" type="slidenum">
              <a:rPr lang="en-US" b="0"/>
              <a:t>‹#›</a:t>
            </a:fld>
            <a:endParaRPr b="0"/>
          </a:p>
        </p:txBody>
      </p:sp>
      <p:sp>
        <p:nvSpPr>
          <p:cNvPr id="31" name="Google Shape;31;p7"/>
          <p:cNvSpPr txBox="1">
            <a:spLocks noGrp="1"/>
          </p:cNvSpPr>
          <p:nvPr>
            <p:ph type="dt" idx="10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32" name="Google Shape;32;p7"/>
          <p:cNvPicPr preferRelativeResize="0"/>
          <p:nvPr/>
        </p:nvPicPr>
        <p:blipFill rotWithShape="1">
          <a:blip r:embed="rId2">
            <a:alphaModFix/>
          </a:blip>
          <a:srcRect l="29654" t="38312" r="29479" b="38397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3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4247">
          <p15:clr>
            <a:srgbClr val="FBAE40"/>
          </p15:clr>
        </p15:guide>
        <p15:guide id="4" orient="horz" pos="164">
          <p15:clr>
            <a:srgbClr val="FBAE40"/>
          </p15:clr>
        </p15:guide>
        <p15:guide id="5" orient="horz" pos="1003">
          <p15:clr>
            <a:srgbClr val="FBAE40"/>
          </p15:clr>
        </p15:guide>
        <p15:guide id="6" pos="121">
          <p15:clr>
            <a:srgbClr val="FBAE40"/>
          </p15:clr>
        </p15:guide>
        <p15:guide id="7" pos="370">
          <p15:clr>
            <a:srgbClr val="FBAE40"/>
          </p15:clr>
        </p15:guide>
        <p15:guide id="8" orient="horz" pos="1117">
          <p15:clr>
            <a:srgbClr val="FBAE40"/>
          </p15:clr>
        </p15:guide>
        <p15:guide id="9" pos="6992">
          <p15:clr>
            <a:srgbClr val="FBAE40"/>
          </p15:clr>
        </p15:guide>
        <p15:guide id="10" orient="horz" pos="3861">
          <p15:clr>
            <a:srgbClr val="FBAE40"/>
          </p15:clr>
        </p15:guide>
        <p15:guide id="11" pos="7559">
          <p15:clr>
            <a:srgbClr val="FBAE40"/>
          </p15:clr>
        </p15:guide>
        <p15:guide id="12" orient="horz" pos="3952">
          <p15:clr>
            <a:srgbClr val="FBAE40"/>
          </p15:clr>
        </p15:guide>
        <p15:guide id="13" orient="horz" pos="4201">
          <p15:clr>
            <a:srgbClr val="FBAE40"/>
          </p15:clr>
        </p15:guide>
        <p15:guide id="14" orient="horz" pos="411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lang="en-US" b="0"/>
              <a:t>  </a:t>
            </a:r>
            <a:fld id="{00000000-1234-1234-1234-123412341234}" type="slidenum">
              <a:rPr lang="en-US" b="0"/>
              <a:t>‹#›</a:t>
            </a:fld>
            <a:endParaRPr b="0"/>
          </a:p>
        </p:txBody>
      </p:sp>
      <p:sp>
        <p:nvSpPr>
          <p:cNvPr id="38" name="Google Shape;38;p8"/>
          <p:cNvSpPr txBox="1">
            <a:spLocks noGrp="1"/>
          </p:cNvSpPr>
          <p:nvPr>
            <p:ph type="dt" idx="10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39" name="Google Shape;39;p8"/>
          <p:cNvPicPr preferRelativeResize="0"/>
          <p:nvPr/>
        </p:nvPicPr>
        <p:blipFill rotWithShape="1">
          <a:blip r:embed="rId2">
            <a:alphaModFix/>
          </a:blip>
          <a:srcRect l="29654" t="38312" r="29479" b="38397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9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lang="en-US" b="0"/>
              <a:t>  </a:t>
            </a:r>
            <a:fld id="{00000000-1234-1234-1234-123412341234}" type="slidenum">
              <a:rPr lang="en-US" b="0"/>
              <a:t>‹#›</a:t>
            </a:fld>
            <a:endParaRPr b="0"/>
          </a:p>
        </p:txBody>
      </p:sp>
      <p:sp>
        <p:nvSpPr>
          <p:cNvPr id="47" name="Google Shape;47;p9"/>
          <p:cNvSpPr txBox="1">
            <a:spLocks noGrp="1"/>
          </p:cNvSpPr>
          <p:nvPr>
            <p:ph type="dt" idx="10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48" name="Google Shape;48;p9"/>
          <p:cNvPicPr preferRelativeResize="0"/>
          <p:nvPr/>
        </p:nvPicPr>
        <p:blipFill rotWithShape="1">
          <a:blip r:embed="rId2">
            <a:alphaModFix/>
          </a:blip>
          <a:srcRect l="29654" t="38312" r="29479" b="38397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0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lang="en-US" b="0"/>
              <a:t>  </a:t>
            </a:r>
            <a:fld id="{00000000-1234-1234-1234-123412341234}" type="slidenum">
              <a:rPr lang="en-US" b="0"/>
              <a:t>‹#›</a:t>
            </a:fld>
            <a:endParaRPr b="0"/>
          </a:p>
        </p:txBody>
      </p:sp>
      <p:sp>
        <p:nvSpPr>
          <p:cNvPr id="52" name="Google Shape;52;p10"/>
          <p:cNvSpPr txBox="1">
            <a:spLocks noGrp="1"/>
          </p:cNvSpPr>
          <p:nvPr>
            <p:ph type="dt" idx="10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53" name="Google Shape;53;p10"/>
          <p:cNvPicPr preferRelativeResize="0"/>
          <p:nvPr/>
        </p:nvPicPr>
        <p:blipFill rotWithShape="1">
          <a:blip r:embed="rId2">
            <a:alphaModFix/>
          </a:blip>
          <a:srcRect l="29654" t="38312" r="29479" b="38397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lang="en-US" b="0"/>
              <a:t>  </a:t>
            </a:r>
            <a:fld id="{00000000-1234-1234-1234-123412341234}" type="slidenum">
              <a:rPr lang="en-US" b="0"/>
              <a:t>‹#›</a:t>
            </a:fld>
            <a:endParaRPr b="0"/>
          </a:p>
        </p:txBody>
      </p:sp>
      <p:sp>
        <p:nvSpPr>
          <p:cNvPr id="56" name="Google Shape;56;p11"/>
          <p:cNvSpPr txBox="1">
            <a:spLocks noGrp="1"/>
          </p:cNvSpPr>
          <p:nvPr>
            <p:ph type="dt" idx="10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57" name="Google Shape;57;p11"/>
          <p:cNvPicPr preferRelativeResize="0"/>
          <p:nvPr/>
        </p:nvPicPr>
        <p:blipFill rotWithShape="1">
          <a:blip r:embed="rId2">
            <a:alphaModFix/>
          </a:blip>
          <a:srcRect l="29654" t="38312" r="29479" b="38397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 Light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 Light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12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 Light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 Light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 Light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 Light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12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lang="en-US" b="0"/>
              <a:t>  </a:t>
            </a:r>
            <a:fld id="{00000000-1234-1234-1234-123412341234}" type="slidenum">
              <a:rPr lang="en-US" b="0"/>
              <a:t>‹#›</a:t>
            </a:fld>
            <a:endParaRPr b="0"/>
          </a:p>
        </p:txBody>
      </p:sp>
      <p:sp>
        <p:nvSpPr>
          <p:cNvPr id="63" name="Google Shape;63;p12"/>
          <p:cNvSpPr txBox="1">
            <a:spLocks noGrp="1"/>
          </p:cNvSpPr>
          <p:nvPr>
            <p:ph type="dt" idx="10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64" name="Google Shape;64;p12"/>
          <p:cNvPicPr preferRelativeResize="0"/>
          <p:nvPr/>
        </p:nvPicPr>
        <p:blipFill rotWithShape="1">
          <a:blip r:embed="rId2">
            <a:alphaModFix/>
          </a:blip>
          <a:srcRect l="29654" t="38312" r="29479" b="38397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3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3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 Light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 Light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 Light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 Light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3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lang="en-US" b="0"/>
              <a:t>  </a:t>
            </a:r>
            <a:fld id="{00000000-1234-1234-1234-123412341234}" type="slidenum">
              <a:rPr lang="en-US" b="0"/>
              <a:t>‹#›</a:t>
            </a:fld>
            <a:endParaRPr b="0"/>
          </a:p>
        </p:txBody>
      </p:sp>
      <p:sp>
        <p:nvSpPr>
          <p:cNvPr id="70" name="Google Shape;70;p13"/>
          <p:cNvSpPr txBox="1">
            <a:spLocks noGrp="1"/>
          </p:cNvSpPr>
          <p:nvPr>
            <p:ph type="dt" idx="10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71" name="Google Shape;71;p13"/>
          <p:cNvPicPr preferRelativeResize="0"/>
          <p:nvPr/>
        </p:nvPicPr>
        <p:blipFill rotWithShape="1">
          <a:blip r:embed="rId2">
            <a:alphaModFix/>
          </a:blip>
          <a:srcRect l="29654" t="38312" r="29479" b="38397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4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4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lang="en-US" b="0"/>
              <a:t>  </a:t>
            </a:r>
            <a:fld id="{00000000-1234-1234-1234-123412341234}" type="slidenum">
              <a:rPr lang="en-US" b="0"/>
              <a:t>‹#›</a:t>
            </a:fld>
            <a:endParaRPr b="0"/>
          </a:p>
        </p:txBody>
      </p:sp>
      <p:sp>
        <p:nvSpPr>
          <p:cNvPr id="76" name="Google Shape;76;p14"/>
          <p:cNvSpPr txBox="1">
            <a:spLocks noGrp="1"/>
          </p:cNvSpPr>
          <p:nvPr>
            <p:ph type="dt" idx="10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77" name="Google Shape;77;p14"/>
          <p:cNvPicPr preferRelativeResize="0"/>
          <p:nvPr/>
        </p:nvPicPr>
        <p:blipFill rotWithShape="1">
          <a:blip r:embed="rId2">
            <a:alphaModFix/>
          </a:blip>
          <a:srcRect l="29654" t="38312" r="29479" b="38397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5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5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lang="en-US" b="0"/>
              <a:t>  </a:t>
            </a:r>
            <a:fld id="{00000000-1234-1234-1234-123412341234}" type="slidenum">
              <a:rPr lang="en-US" b="0"/>
              <a:t>‹#›</a:t>
            </a:fld>
            <a:endParaRPr b="0"/>
          </a:p>
        </p:txBody>
      </p:sp>
      <p:sp>
        <p:nvSpPr>
          <p:cNvPr id="82" name="Google Shape;82;p15"/>
          <p:cNvSpPr txBox="1">
            <a:spLocks noGrp="1"/>
          </p:cNvSpPr>
          <p:nvPr>
            <p:ph type="dt" idx="10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83" name="Google Shape;83;p15"/>
          <p:cNvPicPr preferRelativeResize="0"/>
          <p:nvPr/>
        </p:nvPicPr>
        <p:blipFill rotWithShape="1">
          <a:blip r:embed="rId2">
            <a:alphaModFix/>
          </a:blip>
          <a:srcRect l="29654" t="38312" r="29479" b="38397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  <a:defRPr sz="40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 Light"/>
              <a:buChar char="•"/>
              <a:defRPr sz="28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Char char="•"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Char char="•"/>
              <a:defRPr sz="20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Char char="•"/>
              <a:defRPr sz="18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Char char="•"/>
              <a:defRPr sz="18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grpSp>
        <p:nvGrpSpPr>
          <p:cNvPr id="12" name="Google Shape;12;p4"/>
          <p:cNvGrpSpPr/>
          <p:nvPr/>
        </p:nvGrpSpPr>
        <p:grpSpPr>
          <a:xfrm>
            <a:off x="0" y="6756400"/>
            <a:ext cx="12192000" cy="105496"/>
            <a:chOff x="0" y="6756400"/>
            <a:chExt cx="12192000" cy="105496"/>
          </a:xfrm>
        </p:grpSpPr>
        <p:pic>
          <p:nvPicPr>
            <p:cNvPr id="13" name="Google Shape;13;p4"/>
            <p:cNvPicPr preferRelativeResize="0"/>
            <p:nvPr/>
          </p:nvPicPr>
          <p:blipFill rotWithShape="1">
            <a:blip r:embed="rId12">
              <a:alphaModFix/>
            </a:blip>
            <a:srcRect/>
            <a:stretch/>
          </p:blipFill>
          <p:spPr>
            <a:xfrm>
              <a:off x="1524000" y="6756400"/>
              <a:ext cx="91440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" name="Google Shape;14;p4"/>
            <p:cNvPicPr preferRelativeResize="0"/>
            <p:nvPr/>
          </p:nvPicPr>
          <p:blipFill rotWithShape="1">
            <a:blip r:embed="rId12">
              <a:alphaModFix/>
            </a:blip>
            <a:srcRect r="71580" b="15585"/>
            <a:stretch/>
          </p:blipFill>
          <p:spPr>
            <a:xfrm>
              <a:off x="0" y="6756400"/>
              <a:ext cx="2598717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5;p4"/>
            <p:cNvPicPr preferRelativeResize="0"/>
            <p:nvPr/>
          </p:nvPicPr>
          <p:blipFill rotWithShape="1">
            <a:blip r:embed="rId12">
              <a:alphaModFix/>
            </a:blip>
            <a:srcRect r="71580" b="15585"/>
            <a:stretch/>
          </p:blipFill>
          <p:spPr>
            <a:xfrm>
              <a:off x="9593283" y="6756400"/>
              <a:ext cx="2598717" cy="10549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" name="Google Shape;16;p4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lang="en-US" b="0"/>
              <a:t>  </a:t>
            </a:r>
            <a:fld id="{00000000-1234-1234-1234-123412341234}" type="slidenum">
              <a:rPr lang="en-US" b="0"/>
              <a:t>‹#›</a:t>
            </a:fld>
            <a:endParaRPr b="0"/>
          </a:p>
        </p:txBody>
      </p:sp>
      <p:sp>
        <p:nvSpPr>
          <p:cNvPr id="17" name="Google Shape;17;p4"/>
          <p:cNvSpPr txBox="1">
            <a:spLocks noGrp="1"/>
          </p:cNvSpPr>
          <p:nvPr>
            <p:ph type="dt" idx="10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>
            <a:spLocks noGrp="1"/>
          </p:cNvSpPr>
          <p:nvPr>
            <p:ph type="title"/>
          </p:nvPr>
        </p:nvSpPr>
        <p:spPr>
          <a:xfrm>
            <a:off x="844150" y="3874808"/>
            <a:ext cx="10515600" cy="24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1">
            <a:sp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300" dirty="0">
                <a:latin typeface="Times New Roman"/>
                <a:ea typeface="Times New Roman"/>
                <a:cs typeface="Times New Roman"/>
                <a:sym typeface="Times New Roman"/>
              </a:rPr>
              <a:t>Digital Image Watermarking and Extraction</a:t>
            </a:r>
            <a:endParaRPr sz="43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43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300" b="0" dirty="0">
                <a:latin typeface="Times New Roman"/>
                <a:ea typeface="Times New Roman"/>
                <a:cs typeface="Times New Roman"/>
                <a:sym typeface="Times New Roman"/>
              </a:rPr>
              <a:t>Group 20</a:t>
            </a:r>
            <a:endParaRPr sz="4300" b="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b="1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2</a:t>
            </a:fld>
            <a:endParaRPr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99611770-9A6B-F561-C4E8-131505337B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3136777"/>
              </p:ext>
            </p:extLst>
          </p:nvPr>
        </p:nvGraphicFramePr>
        <p:xfrm>
          <a:off x="2032000" y="1502832"/>
          <a:ext cx="8128000" cy="3852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236026427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985453939"/>
                    </a:ext>
                  </a:extLst>
                </a:gridCol>
              </a:tblGrid>
              <a:tr h="642056">
                <a:tc>
                  <a:txBody>
                    <a:bodyPr/>
                    <a:lstStyle/>
                    <a:p>
                      <a:pPr lvl="0" algn="ctr">
                        <a:lnSpc>
                          <a:spcPct val="150000"/>
                        </a:lnSpc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50000"/>
                        </a:lnSpc>
                      </a:pPr>
                      <a:r>
                        <a:rPr lang="en-IN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Enrollment</a:t>
                      </a: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No.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2666721"/>
                  </a:ext>
                </a:extLst>
              </a:tr>
              <a:tr h="642056">
                <a:tc>
                  <a:txBody>
                    <a:bodyPr/>
                    <a:lstStyle/>
                    <a:p>
                      <a:pPr lvl="0" algn="ctr">
                        <a:lnSpc>
                          <a:spcPct val="150000"/>
                        </a:lnSpc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Hiya Shah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50000"/>
                        </a:lnSpc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AU2340099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3613939"/>
                  </a:ext>
                </a:extLst>
              </a:tr>
              <a:tr h="642056">
                <a:tc>
                  <a:txBody>
                    <a:bodyPr/>
                    <a:lstStyle/>
                    <a:p>
                      <a:pPr lvl="0" algn="ctr">
                        <a:lnSpc>
                          <a:spcPct val="150000"/>
                        </a:lnSpc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Kaushika Rathod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50000"/>
                        </a:lnSpc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AU2340133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7778530"/>
                  </a:ext>
                </a:extLst>
              </a:tr>
              <a:tr h="642056">
                <a:tc>
                  <a:txBody>
                    <a:bodyPr/>
                    <a:lstStyle/>
                    <a:p>
                      <a:pPr lvl="0" algn="ctr">
                        <a:lnSpc>
                          <a:spcPct val="150000"/>
                        </a:lnSpc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Krish Chaudhari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50000"/>
                        </a:lnSpc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AU2340021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8227833"/>
                  </a:ext>
                </a:extLst>
              </a:tr>
              <a:tr h="642056">
                <a:tc>
                  <a:txBody>
                    <a:bodyPr/>
                    <a:lstStyle/>
                    <a:p>
                      <a:pPr lvl="0" algn="ctr">
                        <a:lnSpc>
                          <a:spcPct val="150000"/>
                        </a:lnSpc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Vansh Popat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50000"/>
                        </a:lnSpc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AU2340256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5490930"/>
                  </a:ext>
                </a:extLst>
              </a:tr>
              <a:tr h="642056">
                <a:tc>
                  <a:txBody>
                    <a:bodyPr/>
                    <a:lstStyle/>
                    <a:p>
                      <a:pPr lvl="0" algn="ctr">
                        <a:lnSpc>
                          <a:spcPct val="150000"/>
                        </a:lnSpc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Yashvi Jakharia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50000"/>
                        </a:lnSpc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AU2340100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7125298"/>
                  </a:ext>
                </a:extLst>
              </a:tr>
            </a:tbl>
          </a:graphicData>
        </a:graphic>
      </p:graphicFrame>
      <p:sp>
        <p:nvSpPr>
          <p:cNvPr id="13" name="Google Shape;102;p3">
            <a:extLst>
              <a:ext uri="{FF2B5EF4-FFF2-40B4-BE49-F238E27FC236}">
                <a16:creationId xmlns:a16="http://schemas.microsoft.com/office/drawing/2014/main" id="{D95A6A3D-938C-6EFD-2F43-C2D5FF4C3AC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074700" y="450850"/>
            <a:ext cx="6042600" cy="7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</a:pPr>
            <a:r>
              <a:rPr lang="en-US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Group Members</a:t>
            </a:r>
            <a:endParaRPr dirty="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>
          <a:extLst>
            <a:ext uri="{FF2B5EF4-FFF2-40B4-BE49-F238E27FC236}">
              <a16:creationId xmlns:a16="http://schemas.microsoft.com/office/drawing/2014/main" id="{297F7508-7490-828B-BD36-A37849FCAD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">
            <a:extLst>
              <a:ext uri="{FF2B5EF4-FFF2-40B4-BE49-F238E27FC236}">
                <a16:creationId xmlns:a16="http://schemas.microsoft.com/office/drawing/2014/main" id="{4EA10F60-8955-B6C0-E73F-48188614A22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2425" y="260350"/>
            <a:ext cx="6042600" cy="7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</a:pPr>
            <a:r>
              <a:rPr lang="en-US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Before Mid-Sem</a:t>
            </a:r>
            <a:endParaRPr dirty="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" name="Google Shape;104;p3">
            <a:extLst>
              <a:ext uri="{FF2B5EF4-FFF2-40B4-BE49-F238E27FC236}">
                <a16:creationId xmlns:a16="http://schemas.microsoft.com/office/drawing/2014/main" id="{90CD937E-D98B-FEEE-FC50-97F70A5909C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b="1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AB8B31-482A-4849-46FA-231B21BB4E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2425" y="1104921"/>
            <a:ext cx="10515600" cy="1616507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Explored various watermark embedding techniques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Finalized on DFT (Discrete Fourier Transform)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– Good, PSNR = 51.68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db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620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Google Shape;102;p3">
            <a:extLst>
              <a:ext uri="{FF2B5EF4-FFF2-40B4-BE49-F238E27FC236}">
                <a16:creationId xmlns:a16="http://schemas.microsoft.com/office/drawing/2014/main" id="{4726DBFC-36DD-A591-7F23-8BDCBD11948C}"/>
              </a:ext>
            </a:extLst>
          </p:cNvPr>
          <p:cNvSpPr txBox="1">
            <a:spLocks/>
          </p:cNvSpPr>
          <p:nvPr/>
        </p:nvSpPr>
        <p:spPr>
          <a:xfrm>
            <a:off x="582425" y="2846899"/>
            <a:ext cx="6042600" cy="7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  <a:defRPr sz="40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Methodology</a:t>
            </a:r>
          </a:p>
        </p:txBody>
      </p:sp>
      <p:pic>
        <p:nvPicPr>
          <p:cNvPr id="6" name="Google Shape;112;g385e65c07f4_0_0">
            <a:extLst>
              <a:ext uri="{FF2B5EF4-FFF2-40B4-BE49-F238E27FC236}">
                <a16:creationId xmlns:a16="http://schemas.microsoft.com/office/drawing/2014/main" id="{EFF671FB-71B1-C6F5-449B-9DAA8BD25BF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2425" y="3565999"/>
            <a:ext cx="10771374" cy="229655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3889F14-34EF-8698-0C00-38BB31B7254E}"/>
              </a:ext>
            </a:extLst>
          </p:cNvPr>
          <p:cNvSpPr txBox="1">
            <a:spLocks/>
          </p:cNvSpPr>
          <p:nvPr/>
        </p:nvSpPr>
        <p:spPr>
          <a:xfrm>
            <a:off x="422445" y="5862549"/>
            <a:ext cx="10515600" cy="296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Char char="•"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914400" marR="0" lvl="1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Char char="•"/>
              <a:defRPr sz="20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Char char="•"/>
              <a:defRPr sz="18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1828800" marR="0" lvl="3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Char char="•"/>
              <a:defRPr sz="16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2286000" marR="0" lvl="4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Char char="•"/>
              <a:defRPr sz="16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133985" lvl="0" indent="0">
              <a:lnSpc>
                <a:spcPct val="100000"/>
              </a:lnSpc>
              <a:spcBef>
                <a:spcPts val="0"/>
              </a:spcBef>
              <a:buSzPts val="1490"/>
              <a:buNone/>
            </a:pPr>
            <a:r>
              <a:rPr lang="en-US" sz="1000" dirty="0">
                <a:latin typeface="Times New Roman"/>
                <a:ea typeface="Times New Roman"/>
                <a:cs typeface="Times New Roman"/>
                <a:sym typeface="Times New Roman"/>
              </a:rPr>
              <a:t>Chen, B.; Wornell, G.W. Quantization index modulation: A class of provably good methods for digital watermarking and information embedding. IEEE Trans. Inf. Theory 2001, 47, 1423–1443.</a:t>
            </a:r>
          </a:p>
        </p:txBody>
      </p:sp>
    </p:spTree>
    <p:extLst>
      <p:ext uri="{BB962C8B-B14F-4D97-AF65-F5344CB8AC3E}">
        <p14:creationId xmlns:p14="http://schemas.microsoft.com/office/powerpoint/2010/main" val="12696698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85f79fa017_0_0"/>
          <p:cNvSpPr txBox="1">
            <a:spLocks noGrp="1"/>
          </p:cNvSpPr>
          <p:nvPr>
            <p:ph type="title"/>
          </p:nvPr>
        </p:nvSpPr>
        <p:spPr>
          <a:xfrm>
            <a:off x="771200" y="527700"/>
            <a:ext cx="2676900" cy="7101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RESULTS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0" name="Google Shape;120;g385f79fa017_0_0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/>
              <a:t>|</a:t>
            </a:r>
            <a:r>
              <a:rPr lang="en-US" b="0"/>
              <a:t>  </a:t>
            </a:r>
            <a:fld id="{00000000-1234-1234-1234-123412341234}" type="slidenum">
              <a:rPr lang="en-US" b="0"/>
              <a:t>4</a:t>
            </a:fld>
            <a:endParaRPr b="0"/>
          </a:p>
        </p:txBody>
      </p:sp>
      <p:pic>
        <p:nvPicPr>
          <p:cNvPr id="121" name="Google Shape;121;g385f79fa017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40886" y="1597275"/>
            <a:ext cx="3310225" cy="3663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g385f79fa017_0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44925" y="1597300"/>
            <a:ext cx="3310225" cy="3663401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g385f79fa017_0_0"/>
          <p:cNvSpPr txBox="1"/>
          <p:nvPr/>
        </p:nvSpPr>
        <p:spPr>
          <a:xfrm>
            <a:off x="771200" y="1597275"/>
            <a:ext cx="3000000" cy="14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DFT Watermarking results:</a:t>
            </a:r>
            <a:endParaRPr sz="2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PSNR: 51.68 dB</a:t>
            </a:r>
            <a:endParaRPr sz="2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SSIM: 0.9981</a:t>
            </a:r>
            <a:endParaRPr sz="20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Google Shape;123;g385f79fa017_0_0">
            <a:extLst>
              <a:ext uri="{FF2B5EF4-FFF2-40B4-BE49-F238E27FC236}">
                <a16:creationId xmlns:a16="http://schemas.microsoft.com/office/drawing/2014/main" id="{1B36FB11-98E7-A65C-E576-11D536334830}"/>
              </a:ext>
            </a:extLst>
          </p:cNvPr>
          <p:cNvSpPr txBox="1"/>
          <p:nvPr/>
        </p:nvSpPr>
        <p:spPr>
          <a:xfrm>
            <a:off x="771200" y="3273675"/>
            <a:ext cx="3000000" cy="1107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i="1" dirty="0">
                <a:latin typeface="Times New Roman"/>
                <a:ea typeface="Times New Roman"/>
                <a:cs typeface="Times New Roman"/>
                <a:sym typeface="Times New Roman"/>
              </a:rPr>
              <a:t>After receiving the </a:t>
            </a:r>
            <a:r>
              <a:rPr lang="en-IN" sz="2000" i="1" dirty="0" err="1">
                <a:latin typeface="Times New Roman"/>
                <a:ea typeface="Times New Roman"/>
                <a:cs typeface="Times New Roman"/>
                <a:sym typeface="Times New Roman"/>
              </a:rPr>
              <a:t>midsem</a:t>
            </a:r>
            <a:r>
              <a:rPr lang="en-IN" sz="2000" i="1" dirty="0">
                <a:latin typeface="Times New Roman"/>
                <a:ea typeface="Times New Roman"/>
                <a:cs typeface="Times New Roman"/>
                <a:sym typeface="Times New Roman"/>
              </a:rPr>
              <a:t> feedback, we did not use the </a:t>
            </a:r>
            <a:r>
              <a:rPr lang="en-IN" sz="2000" i="1" dirty="0" err="1">
                <a:latin typeface="Times New Roman"/>
                <a:ea typeface="Times New Roman"/>
                <a:cs typeface="Times New Roman"/>
                <a:sym typeface="Times New Roman"/>
              </a:rPr>
              <a:t>lena</a:t>
            </a:r>
            <a:r>
              <a:rPr lang="en-IN" sz="2000" i="1" dirty="0">
                <a:latin typeface="Times New Roman"/>
                <a:ea typeface="Times New Roman"/>
                <a:cs typeface="Times New Roman"/>
                <a:sym typeface="Times New Roman"/>
              </a:rPr>
              <a:t> image</a:t>
            </a:r>
            <a:endParaRPr sz="2000" i="1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85f25f5220_0_0"/>
          <p:cNvSpPr txBox="1">
            <a:spLocks noGrp="1"/>
          </p:cNvSpPr>
          <p:nvPr>
            <p:ph type="title"/>
          </p:nvPr>
        </p:nvSpPr>
        <p:spPr>
          <a:xfrm>
            <a:off x="587374" y="260350"/>
            <a:ext cx="4430939" cy="7791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AFTER MID-SEM</a:t>
            </a:r>
            <a:endParaRPr dirty="0">
              <a:solidFill>
                <a:schemeClr val="dk2"/>
              </a:solidFill>
            </a:endParaRPr>
          </a:p>
        </p:txBody>
      </p:sp>
      <p:sp>
        <p:nvSpPr>
          <p:cNvPr id="138" name="Google Shape;138;g385f25f5220_0_0"/>
          <p:cNvSpPr txBox="1">
            <a:spLocks noGrp="1"/>
          </p:cNvSpPr>
          <p:nvPr>
            <p:ph type="body" idx="1"/>
          </p:nvPr>
        </p:nvSpPr>
        <p:spPr>
          <a:xfrm>
            <a:off x="587375" y="1157636"/>
            <a:ext cx="7616825" cy="2271364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 algn="just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latin typeface="Times New Roman"/>
                <a:ea typeface="Times New Roman"/>
                <a:cs typeface="Times New Roman"/>
                <a:sym typeface="Times New Roman"/>
              </a:rPr>
              <a:t>Explored techniques for extraction</a:t>
            </a:r>
          </a:p>
          <a:p>
            <a:pPr marL="342900" indent="-342900" algn="just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latin typeface="Times New Roman"/>
                <a:ea typeface="Times New Roman"/>
                <a:cs typeface="Times New Roman"/>
                <a:sym typeface="Times New Roman"/>
              </a:rPr>
              <a:t>Tested them under different attacks and transformations</a:t>
            </a:r>
          </a:p>
          <a:p>
            <a:pPr marL="342900" indent="-342900" algn="just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latin typeface="Times New Roman"/>
                <a:ea typeface="Times New Roman"/>
                <a:cs typeface="Times New Roman"/>
                <a:sym typeface="Times New Roman"/>
              </a:rPr>
              <a:t>NC values not satisfying</a:t>
            </a:r>
          </a:p>
          <a:p>
            <a:pPr marL="342900" indent="-342900" algn="just">
              <a:lnSpc>
                <a:spcPct val="100000"/>
              </a:lnSpc>
              <a:spcBef>
                <a:spcPts val="0"/>
              </a:spcBef>
            </a:pPr>
            <a:endParaRPr lang="en-IN" sz="2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indent="-342900" algn="just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latin typeface="Times New Roman"/>
                <a:ea typeface="Times New Roman"/>
                <a:cs typeface="Times New Roman"/>
                <a:sym typeface="Times New Roman"/>
              </a:rPr>
              <a:t>Changed embedding algorithm to a hybrid DCT + DFT algorithm (PSNR  = 34.45 </a:t>
            </a:r>
            <a:r>
              <a:rPr lang="en-IN" sz="2000" dirty="0" err="1">
                <a:latin typeface="Times New Roman"/>
                <a:ea typeface="Times New Roman"/>
                <a:cs typeface="Times New Roman"/>
                <a:sym typeface="Times New Roman"/>
              </a:rPr>
              <a:t>db</a:t>
            </a:r>
            <a:r>
              <a:rPr lang="en-IN" sz="2000" dirty="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</a:p>
          <a:p>
            <a:pPr marL="342900" indent="-342900" algn="just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latin typeface="Times New Roman"/>
                <a:ea typeface="Times New Roman"/>
                <a:cs typeface="Times New Roman"/>
                <a:sym typeface="Times New Roman"/>
              </a:rPr>
              <a:t>Extracted using DCT only</a:t>
            </a:r>
          </a:p>
        </p:txBody>
      </p:sp>
      <p:sp>
        <p:nvSpPr>
          <p:cNvPr id="139" name="Google Shape;139;g385f25f5220_0_0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/>
              <a:t>|</a:t>
            </a:r>
            <a:r>
              <a:rPr lang="en-US" b="0"/>
              <a:t>  </a:t>
            </a:r>
            <a:fld id="{00000000-1234-1234-1234-123412341234}" type="slidenum">
              <a:rPr lang="en-US" b="0"/>
              <a:t>5</a:t>
            </a:fld>
            <a:endParaRPr b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75CB821-1F38-61D8-7341-3E4DEEF3A1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374" y="3429000"/>
            <a:ext cx="6414585" cy="254276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7E035A8-FA02-8870-6CAF-972ED17A66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8599" y="260350"/>
            <a:ext cx="3296026" cy="289650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14D5C03-B314-288D-12EB-4E5EC00CE7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88740" y="3302459"/>
            <a:ext cx="3313681" cy="283661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2A0641A8-7988-09A7-9D75-175F757922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85f25f5220_0_0">
            <a:extLst>
              <a:ext uri="{FF2B5EF4-FFF2-40B4-BE49-F238E27FC236}">
                <a16:creationId xmlns:a16="http://schemas.microsoft.com/office/drawing/2014/main" id="{41A1EDDE-F9AA-52A1-D125-1A90CB3F9B5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7374" y="554265"/>
            <a:ext cx="4430939" cy="7791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METHODOLOGY</a:t>
            </a:r>
            <a:endParaRPr dirty="0">
              <a:solidFill>
                <a:schemeClr val="dk2"/>
              </a:solidFill>
            </a:endParaRPr>
          </a:p>
        </p:txBody>
      </p:sp>
      <p:sp>
        <p:nvSpPr>
          <p:cNvPr id="138" name="Google Shape;138;g385f25f5220_0_0">
            <a:extLst>
              <a:ext uri="{FF2B5EF4-FFF2-40B4-BE49-F238E27FC236}">
                <a16:creationId xmlns:a16="http://schemas.microsoft.com/office/drawing/2014/main" id="{C8B58205-6CF4-2192-291B-7403270FE20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87374" y="1647401"/>
            <a:ext cx="7616825" cy="356319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 algn="just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latin typeface="Times New Roman"/>
                <a:ea typeface="Times New Roman"/>
                <a:cs typeface="Times New Roman"/>
                <a:sym typeface="Times New Roman"/>
              </a:rPr>
              <a:t>Pre Processing</a:t>
            </a:r>
          </a:p>
          <a:p>
            <a:pPr marL="342900" indent="-342900" algn="just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latin typeface="Times New Roman"/>
                <a:ea typeface="Times New Roman"/>
                <a:cs typeface="Times New Roman"/>
                <a:sym typeface="Times New Roman"/>
              </a:rPr>
              <a:t>DCT-based Blind Watermark Embedding</a:t>
            </a:r>
          </a:p>
          <a:p>
            <a:pPr marL="342900" indent="-342900" algn="just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latin typeface="Times New Roman"/>
                <a:ea typeface="Times New Roman"/>
                <a:cs typeface="Times New Roman"/>
                <a:sym typeface="Times New Roman"/>
              </a:rPr>
              <a:t>DFT Magnitude Embedding</a:t>
            </a:r>
          </a:p>
          <a:p>
            <a:pPr marL="342900" indent="-342900" algn="just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latin typeface="Times New Roman"/>
                <a:ea typeface="Times New Roman"/>
                <a:cs typeface="Times New Roman"/>
                <a:sym typeface="Times New Roman"/>
              </a:rPr>
              <a:t>Hybrid Watermark Construction</a:t>
            </a:r>
          </a:p>
          <a:p>
            <a:pPr marL="342900" indent="-342900" algn="just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latin typeface="Times New Roman"/>
                <a:ea typeface="Times New Roman"/>
                <a:cs typeface="Times New Roman"/>
                <a:sym typeface="Times New Roman"/>
              </a:rPr>
              <a:t>Attack Simulation</a:t>
            </a:r>
          </a:p>
          <a:p>
            <a:pPr marL="342900" indent="-342900" algn="just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latin typeface="Times New Roman"/>
                <a:ea typeface="Times New Roman"/>
                <a:cs typeface="Times New Roman"/>
                <a:sym typeface="Times New Roman"/>
              </a:rPr>
              <a:t>ORB based registration</a:t>
            </a:r>
          </a:p>
          <a:p>
            <a:pPr marL="342900" indent="-342900" algn="just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latin typeface="Times New Roman"/>
                <a:ea typeface="Times New Roman"/>
                <a:cs typeface="Times New Roman"/>
                <a:sym typeface="Times New Roman"/>
              </a:rPr>
              <a:t>Blind DCT Watermark Extraction</a:t>
            </a:r>
          </a:p>
          <a:p>
            <a:pPr marL="342900" indent="-342900" algn="just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latin typeface="Times New Roman"/>
                <a:ea typeface="Times New Roman"/>
                <a:cs typeface="Times New Roman"/>
                <a:sym typeface="Times New Roman"/>
              </a:rPr>
              <a:t>Visualization</a:t>
            </a:r>
          </a:p>
        </p:txBody>
      </p:sp>
      <p:sp>
        <p:nvSpPr>
          <p:cNvPr id="139" name="Google Shape;139;g385f25f5220_0_0">
            <a:extLst>
              <a:ext uri="{FF2B5EF4-FFF2-40B4-BE49-F238E27FC236}">
                <a16:creationId xmlns:a16="http://schemas.microsoft.com/office/drawing/2014/main" id="{217C388C-F925-34FD-BDF0-A508989CFBA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/>
              <a:t>|</a:t>
            </a:r>
            <a:r>
              <a:rPr lang="en-US" b="0"/>
              <a:t>  </a:t>
            </a:r>
            <a:fld id="{00000000-1234-1234-1234-123412341234}" type="slidenum">
              <a:rPr lang="en-US" b="0"/>
              <a:t>6</a:t>
            </a:fld>
            <a:endParaRPr b="0"/>
          </a:p>
        </p:txBody>
      </p:sp>
    </p:spTree>
    <p:extLst>
      <p:ext uri="{BB962C8B-B14F-4D97-AF65-F5344CB8AC3E}">
        <p14:creationId xmlns:p14="http://schemas.microsoft.com/office/powerpoint/2010/main" val="35580523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85f79fa017_4_7"/>
          <p:cNvSpPr txBox="1">
            <a:spLocks noGrp="1"/>
          </p:cNvSpPr>
          <p:nvPr>
            <p:ph type="title"/>
          </p:nvPr>
        </p:nvSpPr>
        <p:spPr>
          <a:xfrm>
            <a:off x="582424" y="445600"/>
            <a:ext cx="7026689" cy="76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</a:pPr>
            <a:r>
              <a:rPr lang="en-US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RESULTS UNDER ATTACKS</a:t>
            </a:r>
            <a:endParaRPr dirty="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g385f79fa017_4_7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b="1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7</a:t>
            </a:fld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0AD3EF-45AE-0BB5-29FB-A25629BFCD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424" y="1333470"/>
            <a:ext cx="5133375" cy="209553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A28D354-1F5B-24CA-F776-DCFD70319B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0363" y="1333470"/>
            <a:ext cx="5229387" cy="209553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AE8B9D0-124D-E3B5-F9ED-A97CA090E0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2424" y="3683088"/>
            <a:ext cx="5133374" cy="199606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F95AC6B-5486-5296-5AB1-6E659555E0C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46376" y="3683089"/>
            <a:ext cx="5133374" cy="203978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>
          <a:extLst>
            <a:ext uri="{FF2B5EF4-FFF2-40B4-BE49-F238E27FC236}">
              <a16:creationId xmlns:a16="http://schemas.microsoft.com/office/drawing/2014/main" id="{471D6297-40F8-65DA-5C0D-8F73E42232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85f79fa017_4_7">
            <a:extLst>
              <a:ext uri="{FF2B5EF4-FFF2-40B4-BE49-F238E27FC236}">
                <a16:creationId xmlns:a16="http://schemas.microsoft.com/office/drawing/2014/main" id="{47C3976D-EF9D-0545-9304-43E5CA68706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2424" y="686865"/>
            <a:ext cx="7026689" cy="76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</a:pPr>
            <a:r>
              <a:rPr lang="en-US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PARAMETER LIST</a:t>
            </a:r>
            <a:endParaRPr dirty="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g385f79fa017_4_7">
            <a:extLst>
              <a:ext uri="{FF2B5EF4-FFF2-40B4-BE49-F238E27FC236}">
                <a16:creationId xmlns:a16="http://schemas.microsoft.com/office/drawing/2014/main" id="{76D2FEC5-E8F1-7611-3D2F-1782003AA7D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b="1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8</a:t>
            </a:fld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FAB9804-095E-994C-D043-040F6E22C5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424" y="2018540"/>
            <a:ext cx="10771354" cy="2934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31790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>
          <a:extLst>
            <a:ext uri="{FF2B5EF4-FFF2-40B4-BE49-F238E27FC236}">
              <a16:creationId xmlns:a16="http://schemas.microsoft.com/office/drawing/2014/main" id="{D55B4735-11F1-6593-1F47-F14D09AE6E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85f79fa017_4_7">
            <a:extLst>
              <a:ext uri="{FF2B5EF4-FFF2-40B4-BE49-F238E27FC236}">
                <a16:creationId xmlns:a16="http://schemas.microsoft.com/office/drawing/2014/main" id="{B7D15C9B-CA8E-0CC4-0337-17181819819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2424" y="445600"/>
            <a:ext cx="7026689" cy="76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</a:pPr>
            <a:r>
              <a:rPr lang="en-US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 dirty="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g385f79fa017_4_7">
            <a:extLst>
              <a:ext uri="{FF2B5EF4-FFF2-40B4-BE49-F238E27FC236}">
                <a16:creationId xmlns:a16="http://schemas.microsoft.com/office/drawing/2014/main" id="{963FE7D3-827D-1CCA-5CC5-95D2C128E00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b="1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9</a:t>
            </a:fld>
            <a:endParaRPr/>
          </a:p>
        </p:txBody>
      </p:sp>
      <p:sp>
        <p:nvSpPr>
          <p:cNvPr id="2" name="Google Shape;138;g385f25f5220_0_0">
            <a:extLst>
              <a:ext uri="{FF2B5EF4-FFF2-40B4-BE49-F238E27FC236}">
                <a16:creationId xmlns:a16="http://schemas.microsoft.com/office/drawing/2014/main" id="{7CE3FB9E-6DAD-83EB-E4C2-BC3EE26ABC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82424" y="1933366"/>
            <a:ext cx="8415112" cy="299126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 algn="just">
              <a:lnSpc>
                <a:spcPct val="100000"/>
              </a:lnSpc>
              <a:spcBef>
                <a:spcPts val="0"/>
              </a:spcBef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 Implementation of a Hybrid Watermarking Approach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00000"/>
              </a:lnSpc>
              <a:spcBef>
                <a:spcPts val="0"/>
              </a:spcBef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Imperceptibility of the Watermarked Image (PSNR ~ 28-40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db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00000"/>
              </a:lnSpc>
              <a:spcBef>
                <a:spcPts val="0"/>
              </a:spcBef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Reliable Blind Extraction Using Only DCT Layer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00000"/>
              </a:lnSpc>
              <a:spcBef>
                <a:spcPts val="0"/>
              </a:spcBef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 Robustness Against Common Attacks (Verified by the NC values)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 Supports Robustness Evaluation</a:t>
            </a:r>
            <a:endParaRPr lang="en-IN" sz="200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9508269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8b28d4cce1_0_7"/>
          <p:cNvSpPr txBox="1">
            <a:spLocks noGrp="1"/>
          </p:cNvSpPr>
          <p:nvPr>
            <p:ph type="title"/>
          </p:nvPr>
        </p:nvSpPr>
        <p:spPr>
          <a:xfrm>
            <a:off x="582428" y="-10187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 dirty="0">
              <a:solidFill>
                <a:schemeClr val="dk2"/>
              </a:solidFill>
            </a:endParaRPr>
          </a:p>
        </p:txBody>
      </p:sp>
      <p:sp>
        <p:nvSpPr>
          <p:cNvPr id="156" name="Google Shape;156;g38b28d4cce1_0_7"/>
          <p:cNvSpPr txBox="1">
            <a:spLocks noGrp="1"/>
          </p:cNvSpPr>
          <p:nvPr>
            <p:ph type="body" idx="1"/>
          </p:nvPr>
        </p:nvSpPr>
        <p:spPr>
          <a:xfrm>
            <a:off x="582427" y="1433875"/>
            <a:ext cx="10515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23215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90"/>
              <a:buFont typeface="Times New Roman"/>
              <a:buAutoNum type="arabicPeriod"/>
            </a:pPr>
            <a:r>
              <a:rPr lang="en-US" sz="1490" dirty="0">
                <a:latin typeface="Times New Roman"/>
                <a:ea typeface="Times New Roman"/>
                <a:cs typeface="Times New Roman"/>
                <a:sym typeface="Times New Roman"/>
              </a:rPr>
              <a:t>Cox, I.J., et al., Secure spread spectrum watermarking for multimedia. IEEE Trans. Image Processing, 1997. 6: p. 1673-1687.</a:t>
            </a:r>
            <a:endParaRPr sz="149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2321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90"/>
              <a:buFont typeface="Times New Roman"/>
              <a:buAutoNum type="arabicPeriod"/>
            </a:pPr>
            <a:r>
              <a:rPr lang="en-US" sz="1490" dirty="0">
                <a:latin typeface="Times New Roman"/>
                <a:ea typeface="Times New Roman"/>
                <a:cs typeface="Times New Roman"/>
                <a:sym typeface="Times New Roman"/>
              </a:rPr>
              <a:t>Chen, B.; Wornell, G.W. Quantization index modulation: A class of provably good methods for digital watermarking and</a:t>
            </a:r>
            <a:endParaRPr sz="149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35"/>
              <a:buNone/>
            </a:pPr>
            <a:r>
              <a:rPr lang="en-US" sz="1490" dirty="0">
                <a:latin typeface="Times New Roman"/>
                <a:ea typeface="Times New Roman"/>
                <a:cs typeface="Times New Roman"/>
                <a:sym typeface="Times New Roman"/>
              </a:rPr>
              <a:t>information embedding. IEEE Trans. Inf. Theory 2001, 47, 1423–1443.</a:t>
            </a:r>
            <a:endParaRPr sz="149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35"/>
              <a:buNone/>
            </a:pPr>
            <a:r>
              <a:rPr lang="en-US" sz="1490" dirty="0">
                <a:latin typeface="Times New Roman"/>
                <a:ea typeface="Times New Roman"/>
                <a:cs typeface="Times New Roman"/>
                <a:sym typeface="Times New Roman"/>
              </a:rPr>
              <a:t>3. Pardhu, T.; Perli, B.R. Digital image watermarking in frequency domain. In Proceedings of the 2016 International Conference on</a:t>
            </a:r>
            <a:endParaRPr sz="149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35"/>
              <a:buNone/>
            </a:pPr>
            <a:r>
              <a:rPr lang="en-US" sz="1490" dirty="0">
                <a:latin typeface="Times New Roman"/>
                <a:ea typeface="Times New Roman"/>
                <a:cs typeface="Times New Roman"/>
                <a:sym typeface="Times New Roman"/>
              </a:rPr>
              <a:t>Communication and Signal Processing (ICCSP), </a:t>
            </a:r>
            <a:r>
              <a:rPr lang="en-US" sz="1490" dirty="0" err="1">
                <a:latin typeface="Times New Roman"/>
                <a:ea typeface="Times New Roman"/>
                <a:cs typeface="Times New Roman"/>
                <a:sym typeface="Times New Roman"/>
              </a:rPr>
              <a:t>Tamilnadu</a:t>
            </a:r>
            <a:r>
              <a:rPr lang="en-US" sz="1490" dirty="0">
                <a:latin typeface="Times New Roman"/>
                <a:ea typeface="Times New Roman"/>
                <a:cs typeface="Times New Roman"/>
                <a:sym typeface="Times New Roman"/>
              </a:rPr>
              <a:t>, India, 6–8 April 2016; pp. 0208–0211.</a:t>
            </a:r>
            <a:endParaRPr sz="149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35"/>
              <a:buNone/>
            </a:pPr>
            <a:r>
              <a:rPr lang="en-US" sz="1490" dirty="0">
                <a:latin typeface="Times New Roman"/>
                <a:ea typeface="Times New Roman"/>
                <a:cs typeface="Times New Roman"/>
                <a:sym typeface="Times New Roman"/>
              </a:rPr>
              <a:t>4. Darwish, S.M.; Al-Khafaji, L.D.S. Dual watermarking for color images: A new image copyright protection model based on the</a:t>
            </a:r>
            <a:endParaRPr sz="149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35"/>
              <a:buNone/>
            </a:pPr>
            <a:r>
              <a:rPr lang="en-US" sz="1490" dirty="0">
                <a:latin typeface="Times New Roman"/>
                <a:ea typeface="Times New Roman"/>
                <a:cs typeface="Times New Roman"/>
                <a:sym typeface="Times New Roman"/>
              </a:rPr>
              <a:t>fusion of successive and segmented watermarking. </a:t>
            </a:r>
            <a:r>
              <a:rPr lang="en-US" sz="1490" dirty="0" err="1">
                <a:latin typeface="Times New Roman"/>
                <a:ea typeface="Times New Roman"/>
                <a:cs typeface="Times New Roman"/>
                <a:sym typeface="Times New Roman"/>
              </a:rPr>
              <a:t>Multimed</a:t>
            </a:r>
            <a:r>
              <a:rPr lang="en-US" sz="1490" dirty="0">
                <a:latin typeface="Times New Roman"/>
                <a:ea typeface="Times New Roman"/>
                <a:cs typeface="Times New Roman"/>
                <a:sym typeface="Times New Roman"/>
              </a:rPr>
              <a:t>. Tools Appl. 2020, 79, 6503–6530. </a:t>
            </a:r>
            <a:endParaRPr sz="149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35"/>
              <a:buNone/>
            </a:pPr>
            <a:r>
              <a:rPr lang="en-US" sz="1490" dirty="0">
                <a:latin typeface="Times New Roman"/>
                <a:ea typeface="Times New Roman"/>
                <a:cs typeface="Times New Roman"/>
                <a:sym typeface="Times New Roman"/>
              </a:rPr>
              <a:t>5. Kang, X.; Chen, Y.; Zhao, F.; Lin, G. Multi-dimensional particle swarm optimization for robust blind image watermarking using</a:t>
            </a:r>
            <a:endParaRPr sz="149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35"/>
              <a:buNone/>
            </a:pPr>
            <a:r>
              <a:rPr lang="en-US" sz="1490" dirty="0">
                <a:latin typeface="Times New Roman"/>
                <a:ea typeface="Times New Roman"/>
                <a:cs typeface="Times New Roman"/>
                <a:sym typeface="Times New Roman"/>
              </a:rPr>
              <a:t>intertwining logistic map and hybrid domain. Soft </a:t>
            </a:r>
            <a:r>
              <a:rPr lang="en-US" sz="1490" dirty="0" err="1">
                <a:latin typeface="Times New Roman"/>
                <a:ea typeface="Times New Roman"/>
                <a:cs typeface="Times New Roman"/>
                <a:sym typeface="Times New Roman"/>
              </a:rPr>
              <a:t>Comput</a:t>
            </a:r>
            <a:r>
              <a:rPr lang="en-US" sz="1490" dirty="0">
                <a:latin typeface="Times New Roman"/>
                <a:ea typeface="Times New Roman"/>
                <a:cs typeface="Times New Roman"/>
                <a:sym typeface="Times New Roman"/>
              </a:rPr>
              <a:t>. 2020, 24, 10561–10584.</a:t>
            </a:r>
            <a:endParaRPr sz="149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35"/>
              <a:buNone/>
            </a:pPr>
            <a:r>
              <a:rPr lang="en-US" sz="1490" dirty="0">
                <a:latin typeface="Times New Roman"/>
                <a:ea typeface="Times New Roman"/>
                <a:cs typeface="Times New Roman"/>
                <a:sym typeface="Times New Roman"/>
              </a:rPr>
              <a:t>6. S. </a:t>
            </a:r>
            <a:r>
              <a:rPr lang="en-US" sz="1490" dirty="0" err="1">
                <a:latin typeface="Times New Roman"/>
                <a:ea typeface="Times New Roman"/>
                <a:cs typeface="Times New Roman"/>
                <a:sym typeface="Times New Roman"/>
              </a:rPr>
              <a:t>Boujerfaoui</a:t>
            </a:r>
            <a:r>
              <a:rPr lang="en-US" sz="1490" dirty="0">
                <a:latin typeface="Times New Roman"/>
                <a:ea typeface="Times New Roman"/>
                <a:cs typeface="Times New Roman"/>
                <a:sym typeface="Times New Roman"/>
              </a:rPr>
              <a:t>, R. Riad, H. </a:t>
            </a:r>
            <a:r>
              <a:rPr lang="en-US" sz="1490" dirty="0" err="1">
                <a:latin typeface="Times New Roman"/>
                <a:ea typeface="Times New Roman"/>
                <a:cs typeface="Times New Roman"/>
                <a:sym typeface="Times New Roman"/>
              </a:rPr>
              <a:t>Douzi</a:t>
            </a:r>
            <a:r>
              <a:rPr lang="en-US" sz="1490" dirty="0">
                <a:latin typeface="Times New Roman"/>
                <a:ea typeface="Times New Roman"/>
                <a:cs typeface="Times New Roman"/>
                <a:sym typeface="Times New Roman"/>
              </a:rPr>
              <a:t>, F. Ros, and R. Harba, “Image Watermarking between Conventional and Learning-Based Techniques: A Literature Review,” Electronics, vol. 12, no. 1, Art. no. 74, Jan. 2023.</a:t>
            </a:r>
            <a:endParaRPr sz="149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35"/>
              <a:buNone/>
            </a:pPr>
            <a:r>
              <a:rPr lang="en-US" sz="1490" dirty="0">
                <a:latin typeface="Times New Roman"/>
                <a:ea typeface="Times New Roman"/>
                <a:cs typeface="Times New Roman"/>
                <a:sym typeface="Times New Roman"/>
              </a:rPr>
              <a:t>7. C. M. Pun, “PDM: A Novel DFT-Based Digital Watermarking System for Images,” in Proc. 8th Int. Conf. on Signal Processing (ICSP), Beijing, China, 2006.</a:t>
            </a:r>
            <a:endParaRPr sz="149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35"/>
              <a:buNone/>
            </a:pPr>
            <a:endParaRPr sz="149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endParaRPr sz="149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35"/>
              <a:buNone/>
            </a:pPr>
            <a:endParaRPr sz="149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7" name="Google Shape;157;g38b28d4cce1_0_7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/>
              <a:t>|</a:t>
            </a:r>
            <a:r>
              <a:rPr lang="en-US" b="0"/>
              <a:t>  </a:t>
            </a:r>
            <a:fld id="{00000000-1234-1234-1234-123412341234}" type="slidenum">
              <a:rPr lang="en-US" b="0"/>
              <a:t>10</a:t>
            </a:fld>
            <a:endParaRPr b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>
          <a:extLst>
            <a:ext uri="{FF2B5EF4-FFF2-40B4-BE49-F238E27FC236}">
              <a16:creationId xmlns:a16="http://schemas.microsoft.com/office/drawing/2014/main" id="{EFC79A5A-EAE3-5F55-47B2-27EA2FD76A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8b28d4cce1_0_7">
            <a:extLst>
              <a:ext uri="{FF2B5EF4-FFF2-40B4-BE49-F238E27FC236}">
                <a16:creationId xmlns:a16="http://schemas.microsoft.com/office/drawing/2014/main" id="{1FC941B7-5540-2CF6-581B-165554EC0C5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/>
              <a:t>|</a:t>
            </a:r>
            <a:r>
              <a:rPr lang="en-US" b="0"/>
              <a:t>  </a:t>
            </a:r>
            <a:fld id="{00000000-1234-1234-1234-123412341234}" type="slidenum">
              <a:rPr lang="en-US" b="0"/>
              <a:t>11</a:t>
            </a:fld>
            <a:endParaRPr b="0"/>
          </a:p>
        </p:txBody>
      </p:sp>
      <p:sp>
        <p:nvSpPr>
          <p:cNvPr id="6" name="Google Shape;155;g38b28d4cce1_0_7">
            <a:extLst>
              <a:ext uri="{FF2B5EF4-FFF2-40B4-BE49-F238E27FC236}">
                <a16:creationId xmlns:a16="http://schemas.microsoft.com/office/drawing/2014/main" id="{F10406E7-73CA-AFBA-81D1-78B4A51B065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178" y="3064737"/>
            <a:ext cx="10515600" cy="728525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2"/>
                </a:solidFill>
                <a:latin typeface="Times New Roman"/>
                <a:cs typeface="Times New Roman"/>
                <a:sym typeface="Times New Roman"/>
              </a:rPr>
              <a:t>THANK YOU</a:t>
            </a:r>
            <a:endParaRPr dirty="0">
              <a:solidFill>
                <a:schemeClr val="dk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97405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Ahmedabad University ">
      <a:dk1>
        <a:srgbClr val="000000"/>
      </a:dk1>
      <a:lt1>
        <a:srgbClr val="FFFFFF"/>
      </a:lt1>
      <a:dk2>
        <a:srgbClr val="7D1916"/>
      </a:dk2>
      <a:lt2>
        <a:srgbClr val="F2F1EE"/>
      </a:lt2>
      <a:accent1>
        <a:srgbClr val="894C00"/>
      </a:accent1>
      <a:accent2>
        <a:srgbClr val="7F4700"/>
      </a:accent2>
      <a:accent3>
        <a:srgbClr val="A5A5A5"/>
      </a:accent3>
      <a:accent4>
        <a:srgbClr val="BC933E"/>
      </a:accent4>
      <a:accent5>
        <a:srgbClr val="000000"/>
      </a:accent5>
      <a:accent6>
        <a:srgbClr val="FEFFFF"/>
      </a:accent6>
      <a:hlink>
        <a:srgbClr val="000000"/>
      </a:hlink>
      <a:folHlink>
        <a:srgbClr val="FEFF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556</Words>
  <Application>Microsoft Office PowerPoint</Application>
  <PresentationFormat>Widescreen</PresentationFormat>
  <Paragraphs>85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Helvetica Neue Light</vt:lpstr>
      <vt:lpstr>Helvetica Neue</vt:lpstr>
      <vt:lpstr>Calibri</vt:lpstr>
      <vt:lpstr>Arial</vt:lpstr>
      <vt:lpstr>Times New Roman</vt:lpstr>
      <vt:lpstr>Office Theme</vt:lpstr>
      <vt:lpstr>Digital Image Watermarking and Extraction  Group 20</vt:lpstr>
      <vt:lpstr>Group Members</vt:lpstr>
      <vt:lpstr>Before Mid-Sem</vt:lpstr>
      <vt:lpstr>RESULTS</vt:lpstr>
      <vt:lpstr>AFTER MID-SEM</vt:lpstr>
      <vt:lpstr>METHODOLOGY</vt:lpstr>
      <vt:lpstr>RESULTS UNDER ATTACKS</vt:lpstr>
      <vt:lpstr>PARAMETER LIST</vt:lpstr>
      <vt:lpstr>CONCLUSION</vt:lpstr>
      <vt:lpstr>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Yashvi Jakharia</dc:creator>
  <cp:lastModifiedBy>Yashvi Jakharia</cp:lastModifiedBy>
  <cp:revision>2</cp:revision>
  <dcterms:modified xsi:type="dcterms:W3CDTF">2025-11-16T18:03:56Z</dcterms:modified>
</cp:coreProperties>
</file>